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Sandbox Runtime Cost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Per-Pod Cost Comparison: kata-qemu vs kata-clh vs gVisor vs kata-fc (Firecracker)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</a:defRPr>
            </a:pPr>
            <a:r>
              <a:t>AWS EKS · us-west-2 · On-Demand Pricing ·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</a:defRPr>
            </a:pPr>
            <a:r>
              <a:t>Pod Spec: 4 containers × stress-ng (gateway 150m/1G + config-watcher 100m/256M + envoy 100m/256M + wazuh 100m/512M)</a:t>
            </a:r>
            <a:br/>
            <a:r>
              <a:t>Total per pod: 450m CPU / 2048 MiB memory (Guaranteed QoS, request = limit)</a:t>
            </a:r>
            <a:br/>
            <a:r>
              <a:t>All scenarios: full CPU + memory stress, zero idle pods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Per-Pod Monthly Cost — Lower is Better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</a:defRPr>
            </a:pPr>
            <a:r>
              <a:t>Instance cost ÷ max stable pods = cost per sandbox instance per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3258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m7g.2x gVisor+EFS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371600"/>
            <a:ext cx="1689652" cy="50292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7172" y="13533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555"/>
                </a:solidFill>
              </a:defRPr>
            </a:pPr>
            <a:r>
              <a:t>$17.02/mo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7172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</a:defRPr>
            </a:pPr>
            <a:r>
              <a:t>14 pods · m7g.2xlarge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99339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m7g.metal kata-fc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039112"/>
            <a:ext cx="2102678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198" y="202082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$21.18/mo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198" y="2267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</a:defRPr>
            </a:pPr>
            <a:r>
              <a:t>90 pods · m7g.metal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266090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m8i.2x gVisor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706624"/>
            <a:ext cx="2191785" cy="502920"/>
          </a:xfrm>
          <a:prstGeom prst="rect">
            <a:avLst/>
          </a:prstGeom>
          <a:solidFill>
            <a:srgbClr val="44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9305" y="268833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499FF"/>
                </a:solidFill>
              </a:defRPr>
            </a:pPr>
            <a:r>
              <a:t>$22.08/mo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9305" y="29352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</a:defRPr>
            </a:pPr>
            <a:r>
              <a:t>14 pods · m8i.2xlarge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3328416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m8i.2x kata-clh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374136"/>
            <a:ext cx="2360384" cy="502920"/>
          </a:xfrm>
          <a:prstGeom prst="rect">
            <a:avLst/>
          </a:prstGeom>
          <a:solidFill>
            <a:srgbClr val="00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7904" y="33558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DDD"/>
                </a:solidFill>
              </a:defRPr>
            </a:pPr>
            <a:r>
              <a:t>$23.78/mo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7904" y="36027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</a:defRPr>
            </a:pPr>
            <a:r>
              <a:t>13 pods · m8i.2xlarge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39959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c7g.metal kata-fc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041648"/>
            <a:ext cx="3057035" cy="50292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4555" y="40233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C88"/>
                </a:solidFill>
              </a:defRPr>
            </a:pPr>
            <a:r>
              <a:t>$30.79/mo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4555" y="4270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</a:defRPr>
            </a:pPr>
            <a:r>
              <a:t>55 pods · c7g.metal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46634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m8i.2x kata-qemu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709160"/>
            <a:ext cx="4383570" cy="502920"/>
          </a:xfrm>
          <a:prstGeom prst="rect">
            <a:avLst/>
          </a:prstGeom>
          <a:solidFill>
            <a:srgbClr val="BB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1090" y="469087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77FF"/>
                </a:solidFill>
              </a:defRPr>
            </a:pPr>
            <a:r>
              <a:t>$44.15/mo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109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</a:defRPr>
            </a:pPr>
            <a:r>
              <a:t>7 pods · m8i.2xlarge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533095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m7g.metal FC+EBS PVC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5376672"/>
            <a:ext cx="6758608" cy="502920"/>
          </a:xfrm>
          <a:prstGeom prst="rect">
            <a:avLst/>
          </a:prstGeom>
          <a:solidFill>
            <a:srgbClr val="FF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6128" y="535838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77AA"/>
                </a:solidFill>
              </a:defRPr>
            </a:pPr>
            <a:r>
              <a:t>$68.08/mo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6128" y="5605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</a:defRPr>
            </a:pPr>
            <a:r>
              <a:t>28 pods · m7g.metal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</a:defRPr>
            </a:pPr>
            <a:r>
              <a:t>Note: On-Demand pricing, us-west-2. RI/Savings Plans can reduce by 30-60%. Graviton instances are ~23% cheaper than Intel equivalents.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Full Comparison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106070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822960"/>
                <a:gridCol w="914400"/>
                <a:gridCol w="914400"/>
                <a:gridCol w="731520"/>
                <a:gridCol w="640080"/>
                <a:gridCol w="2011680"/>
                <a:gridCol w="914400"/>
                <a:gridCol w="91440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9900"/>
                          </a:solidFill>
                        </a:defRPr>
                      </a:pPr>
                      <a:r>
                        <a:t>场景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9900"/>
                          </a:solidFill>
                        </a:defRPr>
                      </a:pPr>
                      <a:r>
                        <a:t>实例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9900"/>
                          </a:solidFill>
                        </a:defRPr>
                      </a:pPr>
                      <a:r>
                        <a:t>架构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9900"/>
                          </a:solidFill>
                        </a:defRPr>
                      </a:pPr>
                      <a:r>
                        <a:t>vCPU/RAM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9900"/>
                          </a:solidFill>
                        </a:defRPr>
                      </a:pPr>
                      <a:r>
                        <a:t>运行时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9900"/>
                          </a:solidFill>
                        </a:defRPr>
                      </a:pPr>
                      <a:r>
                        <a:t>Max Pods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9900"/>
                          </a:solidFill>
                        </a:defRPr>
                      </a:pPr>
                      <a:r>
                        <a:t>理论值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9900"/>
                          </a:solidFill>
                        </a:defRPr>
                      </a:pPr>
                      <a:r>
                        <a:t>瓶颈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9900"/>
                          </a:solidFill>
                        </a:defRPr>
                      </a:pPr>
                      <a:r>
                        <a:t>$/Pod/hr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9900"/>
                          </a:solidFill>
                        </a:defRPr>
                      </a:pPr>
                      <a:r>
                        <a:t>$/Pod/月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m8i.2x kata-qemu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m8i.2xlarge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Intel x86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8v / 32G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kata-qemu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5555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99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CCCCCC"/>
                          </a:solidFill>
                        </a:defRPr>
                      </a:pPr>
                      <a:r>
                        <a:t>VM crash (restart)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5555"/>
                          </a:solidFill>
                        </a:defRPr>
                      </a:pPr>
                      <a:r>
                        <a:t>$0.0605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5555"/>
                          </a:solidFill>
                        </a:defRPr>
                      </a:pPr>
                      <a:r>
                        <a:t>$44.15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m8i.2x kata-clh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m8i.2xlarge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Intel x86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8v / 32G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kata-clh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499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99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CCCCCC"/>
                          </a:solidFill>
                        </a:defRPr>
                      </a:pPr>
                      <a:r>
                        <a:t>调度器内存上限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$0.0326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$23.78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m8i.2x gVisor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m8i.2xlarge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Intel x86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8v / 32G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gVisor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499FF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99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CCCCCC"/>
                          </a:solidFill>
                        </a:defRPr>
                      </a:pPr>
                      <a:r>
                        <a:t>调度器内存上限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$0.0302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$22.08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m7g.2x gVisor+EFS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m7g.2xlarge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Graviton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8v / 32G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gVisor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499FF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99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CCCCCC"/>
                          </a:solidFill>
                        </a:defRPr>
                      </a:pPr>
                      <a:r>
                        <a:t>调度器内存上限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CC88"/>
                          </a:solidFill>
                        </a:defRPr>
                      </a:pPr>
                      <a:r>
                        <a:t>$0.0233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CC88"/>
                          </a:solidFill>
                        </a:defRPr>
                      </a:pPr>
                      <a:r>
                        <a:t>$17.02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m7g.metal kata-fc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m7g.metal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Graviton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64v / 256G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kata-fc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CC88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99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CCCCCC"/>
                          </a:solidFill>
                        </a:defRPr>
                      </a:pPr>
                      <a:r>
                        <a:t>CPU 99%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CC88"/>
                          </a:solidFill>
                        </a:defRPr>
                      </a:pPr>
                      <a:r>
                        <a:t>$0.0290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CC88"/>
                          </a:solidFill>
                        </a:defRPr>
                      </a:pPr>
                      <a:r>
                        <a:t>$21.18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c7g.metal kata-fc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c7g.metal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Graviton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64v / 128G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kata-fc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CC88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99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CCCCCC"/>
                          </a:solidFill>
                        </a:defRPr>
                      </a:pPr>
                      <a:r>
                        <a:t>内存 99%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$0.0422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$30.79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m7g.metal FC+EBS PVC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m7g.metal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Graviton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64v / 256G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CCCC"/>
                          </a:solidFill>
                        </a:defRPr>
                      </a:pPr>
                      <a:r>
                        <a:t>kata-fc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499FF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99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CCCCCC"/>
                          </a:solidFill>
                        </a:defRPr>
                      </a:pPr>
                      <a:r>
                        <a:t>EBS 挂载上限 (31 shared)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5555"/>
                          </a:solidFill>
                        </a:defRPr>
                      </a:pPr>
                      <a:r>
                        <a:t>$0.0933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5555"/>
                          </a:solidFill>
                        </a:defRPr>
                      </a:pPr>
                      <a:r>
                        <a:t>$68.08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</a:defRPr>
            </a:pPr>
            <a:r>
              <a:t>测试参数: 每 Pod 4 容器 (gateway 150m/1G + config-watcher 100m/256M + envoy 100m/256M + wazuh 100m/512M), Guaranteed QoS, stress-ng full load (CPU 95% + vm-keep)</a:t>
            </a:r>
            <a:br/>
            <a:r>
              <a:t>Pod Overhead: kata-qemu 100m/250Mi · kata-clh 100m/200Mi · kata-fc 250m/130Mi · gVisor 无</a:t>
            </a:r>
            <a:br/>
            <a:r>
              <a:t>定价: AWS On-Demand, us-west-2, 730 hrs/month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Same Instance, Different Runtimes — m8i.2xlarge (8 vCPU, 32 GiB)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5555"/>
                </a:solidFill>
              </a:defRPr>
            </a:pPr>
            <a:r>
              <a:t>kata-qemu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</a:defRPr>
            </a:pPr>
            <a:r>
              <a:t>嵌套 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5555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stable pods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5555"/>
                </a:solidFill>
              </a:defRPr>
            </a:pPr>
            <a:r>
              <a:t>$44.15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per pod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</a:defRPr>
            </a:pPr>
            <a:r>
              <a:t>理论达成: 58%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</a:defRPr>
            </a:pPr>
            <a:r>
              <a:t>瓶颈: VM crash (restart)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499FF"/>
                </a:solidFill>
              </a:defRPr>
            </a:pPr>
            <a:r>
              <a:t>kata-clh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</a:defRPr>
            </a:pPr>
            <a:r>
              <a:t>嵌套 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4499FF"/>
                </a:solidFill>
              </a:defRPr>
            </a:pPr>
            <a: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stable pods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499FF"/>
                </a:solidFill>
              </a:defRPr>
            </a:pPr>
            <a:r>
              <a:t>$23.78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per pod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</a:defRPr>
            </a:pPr>
            <a:r>
              <a:t>理论达成: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</a:defRPr>
            </a:pPr>
            <a:r>
              <a:t>瓶颈: 调度器内存上限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C88"/>
                </a:solidFill>
              </a:defRPr>
            </a:pPr>
            <a:r>
              <a:t>gVisor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</a:defRPr>
            </a:pPr>
            <a:r>
              <a:t>用户态内核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94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CC88"/>
                </a:solidFill>
              </a:defRPr>
            </a:pPr>
            <a: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stable pods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C88"/>
                </a:solidFill>
              </a:defRPr>
            </a:pPr>
            <a:r>
              <a:t>$22.08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per pod /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</a:defRPr>
            </a:pPr>
            <a:r>
              <a:t>理论达成: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</a:defRPr>
            </a:pPr>
            <a:r>
              <a:t>瓶颈: 调度器内存上限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900"/>
                </a:solidFill>
              </a:defRPr>
            </a:pPr>
            <a:r>
              <a:t>💡 同一台 m8i.2xlarge: kata-qemu 每 Pod $44/月 → kata-clh $24/月 (↓46%) → gVisor $22/月 (↓50%)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</a:defRPr>
            </a:pPr>
            <a:r>
              <a:t>Note: gVisor 安全隔离等级低于 Kata VM 隔离, syscall 兼容性有限制, EFS I/O 不可用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Bare Metal Scaling: kata-fc (Firecracker) on Graviton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</a:defRPr>
            </a:pPr>
            <a:r>
              <a:t>裸金属 = 无嵌套虚拟化开销, Firecracker microVM 直接运行在硬件上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B77FF"/>
                </a:solidFill>
              </a:defRPr>
            </a:pPr>
            <a:r>
              <a:t>m7g.metal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</a:defRPr>
            </a:pPr>
            <a:r>
              <a:t>64 vCPU · 256 GiB · Graviton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BB77FF"/>
                </a:solidFill>
              </a:defRPr>
            </a:pPr>
            <a:r>
              <a:t>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stable pods (0 restarts)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B77FF"/>
                </a:solidFill>
              </a:defRPr>
            </a:pPr>
            <a:r>
              <a:t>$21.18/pod/月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</a:defRPr>
            </a:pPr>
            <a:r>
              <a:t>实例 $2.6112/hr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</a:defRPr>
            </a:pPr>
            <a:r>
              <a:t>瓶颈: CPU 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DDD"/>
                </a:solidFill>
              </a:defRPr>
            </a:pPr>
            <a:r>
              <a:t>c7g.metal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</a:defRPr>
            </a:pPr>
            <a:r>
              <a:t>64 vCPU · 128 GiB · Graviton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286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DDD"/>
                </a:solidFill>
              </a:defRPr>
            </a:pPr>
            <a:r>
              <a:t>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stable pods (0 restarts)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DDD"/>
                </a:solidFill>
              </a:defRPr>
            </a:pPr>
            <a:r>
              <a:t>$30.79/pod/月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</a:defRPr>
            </a:pPr>
            <a:r>
              <a:t>实例 $2.3200/hr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</a:defRPr>
            </a:pPr>
            <a:r>
              <a:t>瓶颈: 内存 99%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00"/>
                </a:solidFill>
              </a:defRPr>
            </a:pPr>
            <a:r>
              <a:t>m7g.metal + EBS PVC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</a:defRPr>
            </a:pPr>
            <a:r>
              <a:t>64 vCPU · 256 GiB · Graviton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286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9900"/>
                </a:solidFill>
              </a:defRPr>
            </a:pPr>
            <a:r>
              <a:t>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stable pods (0 restarts)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900"/>
                </a:solidFill>
              </a:defRPr>
            </a:pPr>
            <a:r>
              <a:t>$68.08/pod/月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</a:defRPr>
            </a:pPr>
            <a:r>
              <a:t>实例 $2.6112/hr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</a:defRPr>
            </a:pPr>
            <a:r>
              <a:t>瓶颈: EBS 挂载上限 (31 shared)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C88"/>
                </a:solidFill>
              </a:defRPr>
            </a:pPr>
            <a:r>
              <a:t>💡 m7g.metal 90 pods = $21/pod/月 — 比嵌套虚拟化 kata-qemu 便宜 52%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5555"/>
                </a:solidFill>
              </a:defRPr>
            </a:pPr>
            <a:r>
              <a:t>⚠️ 挂 EBS PVC 后仅 28 pods (EBS 共享槽位限制 31), 成本升至 $68/pod/月 — 比无 PVC 贵 3.2x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</a:defRPr>
            </a:pPr>
            <a:r>
              <a:t>Note: kata-fc 需要 devmapper thinpool, busybox 单层镜像限制, 不支持 CPU hotplug (aarch64)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88"/>
                </a:solidFill>
              </a:defRPr>
            </a:pPr>
            <a:r>
              <a:t>最低成本 (VM 隔离)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m7g.metal + kata-fc: $21/pod/月 (90 pods)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63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裸金属消除嵌套虚拟化开销, Firecracker 轻量 microVM, Graviton 价格优势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DDD"/>
                </a:solidFill>
              </a:defRPr>
            </a:pPr>
            <a:r>
              <a:t>最低成本 (用户态隔离)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488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m7g.2x + gVisor: $17/pod/月 (14 pods)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51459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零 overhead, 100% 调度器理论达成, Graviton 比 Intel 便宜 23%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555"/>
                </a:solidFill>
              </a:defRPr>
            </a:pPr>
            <a:r>
              <a:t>kata-qemu 最贵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00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m8i.2x + kata-qemu: $44/pod/月 (仅 7 pods)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QEMU VMExit 开销大, 嵌套虚拟化下仅达 58% 理论密度, VM crash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51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</a:defRPr>
            </a:pPr>
            <a:r>
              <a:t>EBS PVC 是隐藏瓶颈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519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m7g.metal + EBS PVC: 仅 28 pods ($68/pod/月)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617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Nitro 共享槽位 31 = EBS + ENI, 扣除 root/devmapper/ENI 后仅 28 PVC 可用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77FF"/>
                </a:solidFill>
              </a:defRPr>
            </a:pPr>
            <a:r>
              <a:t>运行时选择影响 2-4x 成本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303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同一实例, 不同运行时: $22 vs $44/pod/月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kata-clh 比 kata-qemu 便宜 46% (同一台 m8i.2xlarge)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</a:defRPr>
            </a:pPr>
            <a:r>
              <a:t>Data source: kata-benchmark-v2 stress tests, April 2026 · Pricing: AWS On-Demand us-west-2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